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Cat® VisionLink® Smart Rental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That Predicts Fleet Misallocation Before It Happens</a:t>
            </a:r>
          </a:p>
          <a:p>
            <a:r>
              <a:t>Real-time telematics and rental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rental fleets manually leads to invisible risks—until the penalty hits.</a:t>
            </a:r>
          </a:p>
          <a:p/>
          <a:p>
            <a:r>
              <a:t>• Blind Tracking: Tracking equipment usage is largely manual or spreadsheet-based.</a:t>
            </a:r>
          </a:p>
          <a:p>
            <a:r>
              <a:t>• Unaccounted Losses: Equipment gets lost, causing severe misallocation.</a:t>
            </a:r>
          </a:p>
          <a:p>
            <a:r>
              <a:t>• Unseen Cost Overruns: Unexpected rental extensions and extreme idle times accrue hidden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/ Urgency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Fleet Mismanagement: A Dangerous Cascade</a:t>
            </a:r>
          </a:p>
          <a:p/>
          <a:p>
            <a:r>
              <a:t>• Bottlenecks – Equipment hoarded at one site while another halts.</a:t>
            </a:r>
          </a:p>
          <a:p>
            <a:r>
              <a:t>• Triggers – High idle hours and misuse lead to premature mechanical failures.</a:t>
            </a:r>
          </a:p>
          <a:p>
            <a:r>
              <a:t>• Cascade Effect – Overdue returns create a domino effect of delayed handoffs.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Spreadsheets -&gt; Intelligence</a:t>
            </a:r>
          </a:p>
          <a:p/>
          <a:p>
            <a:r>
              <a:t>• Detect: AI-powered real-time tracking of engine hours, idle ratios, and job site locations.</a:t>
            </a:r>
          </a:p>
          <a:p>
            <a:r>
              <a:t>• Predict: AI models forecast equipment demand and detect usage anomalies (e.g., extreme idling).</a:t>
            </a:r>
          </a:p>
          <a:p>
            <a:r>
              <a:t>• Act: Generates instant automated WhatsApp alerts to operators for overdue units and damage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Track. Predict. Optimize.</a:t>
            </a:r>
          </a:p>
          <a:p/>
          <a:p>
            <a:r>
              <a:t>• Instant Alerts: Sends one-click WhatsApp/SMS alerts directly to operators for overdue returns.</a:t>
            </a:r>
          </a:p>
          <a:p>
            <a:r>
              <a:t>• Smarter Decisions: Enables faster reallocation through live Expected Return dashboards.</a:t>
            </a:r>
          </a:p>
          <a:p>
            <a:r>
              <a:t>• Reduced Waste: Eliminates uncontrolled fuel burn by flagging assets with &gt;50% idle time.</a:t>
            </a:r>
          </a:p>
          <a:p>
            <a:r>
              <a:t>• Risk Prediction: Predicts which tools/machines will be needed at certain sites to pre-position inventory.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Fleet Dashboard</a:t>
            </a:r>
          </a:p>
          <a:p/>
          <a:p>
            <a:r>
              <a:t>• Usage Intelligence: Live tracking of engine hours, operating days, and ROI.</a:t>
            </a:r>
          </a:p>
          <a:p>
            <a:r>
              <a:t>• Prioritized Alerts: Risk-ranked notifications sorting OVERDUE and MAINTENANCE required assets to the top.</a:t>
            </a:r>
          </a:p>
          <a:p>
            <a:r>
              <a:t>• One-Click Communication: Integrated WhatsApp modal to contact operators instantly directly from the command center.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Massive, Underserved Industrial Market</a:t>
            </a:r>
          </a:p>
          <a:p/>
          <a:p>
            <a:r>
              <a:t>• TAM: + Global Construction &amp; Mining Equipment Rental Market</a:t>
            </a:r>
          </a:p>
          <a:p>
            <a:r>
              <a:t>• SAM:  Smart Fleet Management &amp; Heavy Machinery Telematics Market</a:t>
            </a:r>
          </a:p>
          <a:p>
            <a:r>
              <a:t>• SOM:  Initial Target Market (Authorized Cat Dealerships and Tier-1 construction contractors)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Intelligence as a Service</a:t>
            </a:r>
          </a:p>
          <a:p/>
          <a:p>
            <a:r>
              <a:t>• Starter: Live asset tracking, basic status dashboards, and manual WhatsApp alerts.</a:t>
            </a:r>
          </a:p>
          <a:p>
            <a:r>
              <a:t>• Growth: Advanced anomaly detection (idle time vs. working time), priority alert ranking.</a:t>
            </a:r>
          </a:p>
          <a:p>
            <a:r>
              <a:t>• Enterprise: Full AI demand forecasting, Twilio API automation, and dealer ERP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That Maximizes ROI Instantly</a:t>
            </a:r>
          </a:p>
          <a:p/>
          <a:p>
            <a:r>
              <a:t>• Real-Time Actionability vs Slow Emails</a:t>
            </a:r>
          </a:p>
          <a:p>
            <a:r>
              <a:t>• Predictive AI vs Reactive Data Logging</a:t>
            </a:r>
          </a:p>
          <a:p>
            <a:r>
              <a:t>• Premium UI vs Clunky Legacy Portals</a:t>
            </a:r>
          </a:p>
          <a:p>
            <a:r>
              <a:t>• Direct Operator Accountability via WhatsApp</a:t>
            </a:r>
          </a:p>
          <a:p>
            <a:r>
              <a:t>• Seamless Telematics Data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Tracking -&gt; Prediction -&gt; Prevention</a:t>
            </a:r>
          </a:p>
          <a:p/>
          <a:p>
            <a:r>
              <a:t>1. Pilot Deployments: 2-3 live dealership pilots to validate WhatsApp loop.</a:t>
            </a:r>
          </a:p>
          <a:p>
            <a:r>
              <a:t>2. ERP Infrastructure: Integration with dealer billing systems to automate penalty charges.</a:t>
            </a:r>
          </a:p>
          <a:p>
            <a:r>
              <a:t>3. Global Expansion: Rollout across international mining sites and large-scale rental campuses.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behind Cat® VisionLink® Smart Rental</a:t>
            </a:r>
          </a:p>
          <a:p/>
          <a:p>
            <a:r>
              <a:t>• Chief Executive Officer</a:t>
            </a:r>
          </a:p>
          <a:p>
            <a:r>
              <a:t>• Chief Operating Officer</a:t>
            </a:r>
          </a:p>
          <a:p>
            <a:r>
              <a:t>• Chief Product Officer</a:t>
            </a:r>
          </a:p>
          <a:p>
            <a:r>
              <a:t>• Product Designer &amp; Developer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[Complete] Prototype Built: Real-time UI, Alert system, and WhatsApp integration ready.</a:t>
            </a:r>
          </a:p>
          <a:p>
            <a:r>
              <a:t>• [Live] Pilot Deployment: Testing with sample fleet data.</a:t>
            </a:r>
          </a:p>
          <a:p>
            <a:r>
              <a:t>• [In Progress] Validation: AI anomaly detection tuning for idle hours and misuse.</a:t>
            </a:r>
          </a:p>
          <a:p>
            <a:r>
              <a:t>• [Upcoming] Market Entry: Onboarding first major rental client.</a:t>
            </a:r>
          </a:p>
          <a:p>
            <a:r>
              <a:t>• [Upcoming] Scale: Multi-dealership expansion.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Cat® VisionLink® Smart Rental</a:t>
            </a:r>
          </a:p>
          <a:p>
            <a:r>
              <a:t>AI-Powered Fleet Intelligence</a:t>
            </a:r>
          </a:p>
          <a:p/>
          <a:p>
            <a:r>
              <a:t>Email: contact@visionlink.cat.com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